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2CBD7-A414-6172-42E4-C8AA74D37404}" v="108" dt="2026-05-20T14:34:00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5AF18938-3F3A-0DE1-A30C-3F3D2512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762" y="233362"/>
            <a:ext cx="4562475" cy="6391275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6E9D9B1-6FA5-FE80-96B0-472F92E1686C}"/>
              </a:ext>
            </a:extLst>
          </p:cNvPr>
          <p:cNvSpPr/>
          <p:nvPr/>
        </p:nvSpPr>
        <p:spPr>
          <a:xfrm>
            <a:off x="6464620" y="1567209"/>
            <a:ext cx="646462" cy="1475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47D5759-5E86-E4B4-D47B-270FC196374D}"/>
              </a:ext>
            </a:extLst>
          </p:cNvPr>
          <p:cNvSpPr/>
          <p:nvPr/>
        </p:nvSpPr>
        <p:spPr>
          <a:xfrm>
            <a:off x="6349797" y="1828167"/>
            <a:ext cx="646462" cy="1475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1144289-0CE0-0152-4134-3B44C7B25CCC}"/>
              </a:ext>
            </a:extLst>
          </p:cNvPr>
          <p:cNvSpPr/>
          <p:nvPr/>
        </p:nvSpPr>
        <p:spPr>
          <a:xfrm>
            <a:off x="6141030" y="2266577"/>
            <a:ext cx="646462" cy="953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12FD38D-910A-7BDD-CAC1-1BB89D840CC3}"/>
              </a:ext>
            </a:extLst>
          </p:cNvPr>
          <p:cNvSpPr/>
          <p:nvPr/>
        </p:nvSpPr>
        <p:spPr>
          <a:xfrm>
            <a:off x="6245414" y="2830249"/>
            <a:ext cx="646462" cy="8490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601792-152F-769D-1525-1E60693F1F72}"/>
              </a:ext>
            </a:extLst>
          </p:cNvPr>
          <p:cNvSpPr txBox="1"/>
          <p:nvPr/>
        </p:nvSpPr>
        <p:spPr>
          <a:xfrm>
            <a:off x="6360236" y="1491509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 b="1">
                <a:latin typeface="Avenir Next LT Pro"/>
                <a:ea typeface="Calibri"/>
                <a:cs typeface="Times New Roman"/>
              </a:rPr>
              <a:t>secteurs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587C7BD-3914-39C9-1AA0-CA967BC52278}"/>
              </a:ext>
            </a:extLst>
          </p:cNvPr>
          <p:cNvSpPr txBox="1"/>
          <p:nvPr/>
        </p:nvSpPr>
        <p:spPr>
          <a:xfrm>
            <a:off x="6297607" y="1783782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 b="1">
                <a:latin typeface="Avenir Next LT Pro"/>
                <a:ea typeface="Calibri"/>
                <a:cs typeface="Times New Roman"/>
              </a:rPr>
              <a:t>secteurs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D79F5D-06C2-D927-B2A1-4F3DE572F914}"/>
              </a:ext>
            </a:extLst>
          </p:cNvPr>
          <p:cNvSpPr txBox="1"/>
          <p:nvPr/>
        </p:nvSpPr>
        <p:spPr>
          <a:xfrm>
            <a:off x="6067963" y="2159562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 b="1">
                <a:latin typeface="Avenir Next LT Pro"/>
                <a:ea typeface="Calibri"/>
                <a:cs typeface="Times New Roman"/>
              </a:rPr>
              <a:t>secteurs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50F688A-7319-2450-F911-C442A94D1E14}"/>
              </a:ext>
            </a:extLst>
          </p:cNvPr>
          <p:cNvSpPr txBox="1"/>
          <p:nvPr/>
        </p:nvSpPr>
        <p:spPr>
          <a:xfrm>
            <a:off x="6287169" y="2347453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 b="1">
                <a:latin typeface="Avenir Next LT Pro"/>
                <a:ea typeface="Calibri"/>
                <a:cs typeface="Times New Roman"/>
              </a:rPr>
              <a:t>secteurs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C8F2BB-69ED-D7D8-25B4-D5A22E2A11FA}"/>
              </a:ext>
            </a:extLst>
          </p:cNvPr>
          <p:cNvSpPr txBox="1"/>
          <p:nvPr/>
        </p:nvSpPr>
        <p:spPr>
          <a:xfrm>
            <a:off x="6141031" y="2723233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1200" b="1">
                <a:latin typeface="Avenir Next LT Pro"/>
                <a:ea typeface="Calibri"/>
                <a:cs typeface="Times New Roman"/>
              </a:rPr>
              <a:t>secteurs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2026-05-20T14:21:54Z</dcterms:created>
  <dcterms:modified xsi:type="dcterms:W3CDTF">2026-05-20T14:34:50Z</dcterms:modified>
</cp:coreProperties>
</file>